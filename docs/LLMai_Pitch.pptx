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640080"/>
            <a:ext cx="4846320" cy="4846320"/>
          </a:xfrm>
          <a:prstGeom prst="ellipse">
            <a:avLst/>
          </a:prstGeom>
          <a:solidFill>
            <a:srgbClr val="11111B"/>
          </a:solidFill>
          <a:ln w="19050">
            <a:solidFill>
              <a:srgbClr val="313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508760"/>
            <a:ext cx="3108960" cy="3108960"/>
          </a:xfrm>
          <a:prstGeom prst="ellipse">
            <a:avLst/>
          </a:prstGeom>
          <a:solidFill>
            <a:srgbClr val="11111B"/>
          </a:solidFill>
          <a:ln w="25400">
            <a:solidFill>
              <a:srgbClr val="CBA6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240280"/>
            <a:ext cx="1645920" cy="1645920"/>
          </a:xfrm>
          <a:prstGeom prst="ellipse">
            <a:avLst/>
          </a:prstGeom>
          <a:solidFill>
            <a:srgbClr val="11111B"/>
          </a:solidFill>
          <a:ln w="25400">
            <a:solidFill>
              <a:srgbClr val="A6E3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AGENTIC OPS HACKATHON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LLMai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Closed-Loop Agentic Ops for Splunk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that acts back.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· OBSERVABILITY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github.com/sechan9999/splunk_hec</a:t>
            </a:r>
            <a:pPr indent="0" marL="0">
              <a:buNone/>
            </a:pPr>
            <a:r>
              <a:rPr lang="en-US" sz="13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·  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splunkhec.streamlit.app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agents are a blind spot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FAB387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agent spend this hour? Unknown — until the bill.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240280"/>
            <a:ext cx="384048" cy="384048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erroring or slow right now? No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2240280"/>
            <a:ext cx="384048" cy="384048"/>
          </a:xfrm>
          <a:prstGeom prst="ellipse">
            <a:avLst/>
          </a:prstGeom>
          <a:solidFill>
            <a:srgbClr val="CBA6F7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leaks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 prompt leak PII or secrets? Invisible.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remediation is 100% manual.  </a:t>
            </a:r>
            <a:pPr indent="0" marL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reads a dashboard, then changes config. Slow, reactive, after the damage.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a closed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· DLP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83880" y="219456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8388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83880" y="3063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index=mcp_agents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SOAR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743200"/>
            <a:ext cx="3977640" cy="0"/>
          </a:xfrm>
          <a:prstGeom prst="line">
            <a:avLst/>
          </a:prstGeom>
          <a:noFill/>
          <a:ln w="38100">
            <a:solidFill>
              <a:srgbClr val="A6E3A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114800" y="2331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  →  HEC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3931920"/>
            <a:ext cx="3977640" cy="0"/>
          </a:xfrm>
          <a:prstGeom prst="line">
            <a:avLst/>
          </a:prstGeom>
          <a:noFill/>
          <a:ln w="38100">
            <a:solidFill>
              <a:srgbClr val="CBA6F7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4114800" y="40233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 →  auto-remediation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Bidirectional. The platform doesn't just watch the agent — it reconfigures it, autonomously.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fits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MCPAgents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router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2743200"/>
            <a:ext cx="228600" cy="0"/>
          </a:xfrm>
          <a:prstGeom prst="line">
            <a:avLst/>
          </a:prstGeom>
          <a:noFill/>
          <a:ln w="31750">
            <a:solidFill>
              <a:srgbClr val="A6E3A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9659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1031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2743200"/>
            <a:ext cx="228600" cy="0"/>
          </a:xfrm>
          <a:prstGeom prst="line">
            <a:avLst/>
          </a:prstGeom>
          <a:noFill/>
          <a:ln w="31750">
            <a:solidFill>
              <a:srgbClr val="A6E3A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19659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1031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index=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mcp_agents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event types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743200"/>
            <a:ext cx="228600" cy="0"/>
          </a:xfrm>
          <a:prstGeom prst="line">
            <a:avLst/>
          </a:prstGeom>
          <a:noFill/>
          <a:ln w="31750">
            <a:solidFill>
              <a:srgbClr val="A6E3A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19659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21031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· SOAR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55480" y="2743200"/>
            <a:ext cx="228600" cy="0"/>
          </a:xfrm>
          <a:prstGeom prst="line">
            <a:avLst/>
          </a:prstGeom>
          <a:noFill/>
          <a:ln w="31750">
            <a:solidFill>
              <a:srgbClr val="A6E3A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84080" y="19659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84080" y="21031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840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re-weight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0" y="4160520"/>
            <a:ext cx="8823960" cy="0"/>
          </a:xfrm>
          <a:prstGeom prst="line">
            <a:avLst/>
          </a:prstGeom>
          <a:noFill/>
          <a:ln w="31750">
            <a:solidFill>
              <a:srgbClr val="CBA6F7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1645920" y="4206240"/>
            <a:ext cx="8823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loop: runtime router re-weight + auto-restore after cooldown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892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splunk_query · supabase_query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8920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46520" y="4892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X-MCP-Token (const-time) · DLP→SOAR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4 weeks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2606040" cy="73152"/>
          </a:xfrm>
          <a:prstGeom prst="rect">
            <a:avLst/>
          </a:prstGeom>
          <a:solidFill>
            <a:srgbClr val="A6E3A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HEC Telemetry Emitter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batched HEC, retry logic, 8 event types hooked into router &amp; cache.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874520"/>
            <a:ext cx="2606040" cy="73152"/>
          </a:xfrm>
          <a:prstGeom prst="rect">
            <a:avLst/>
          </a:prstGeom>
          <a:solidFill>
            <a:srgbClr val="89B4F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MCP Tool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4290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SPL; MCP Server connector with REST fallback.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874520"/>
            <a:ext cx="2606040" cy="73152"/>
          </a:xfrm>
          <a:prstGeom prst="rect">
            <a:avLst/>
          </a:prstGeom>
          <a:solidFill>
            <a:srgbClr val="FAB387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DLP → SOAR Bridge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Foundation-sec PII scoring → 6 SOAR playbooks, zero-coupling patch.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874520"/>
            <a:ext cx="2606040" cy="73152"/>
          </a:xfrm>
          <a:prstGeom prst="rect">
            <a:avLst/>
          </a:prstGeom>
          <a:solidFill>
            <a:srgbClr val="CBA6F7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544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→ Auto-Remediation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4290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CDTS alert webhook → runtime router re-weight + cooldown restore.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Control Center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96596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965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96596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965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Feed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196596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1965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Impact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96596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965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Query Lab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92708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(default ON) </a:t>
            </a:r>
            <a:pPr indent="0" marL="0"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runs fully on Streamlit Cloud with realistic simulated data. </a:t>
            </a:r>
            <a:pPr indent="0" marL="0"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 for judges.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splunkhec.streamlit.app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public demo · 5 tabs · Supabase + Splunk as MCP 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Dashboard Studio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60520" y="1783080"/>
            <a:ext cx="7543800" cy="4343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pic>
        <p:nvPicPr>
          <p:cNvPr id="5" name="Image 0" descr="C:\Users\secha\AppData\Roaming\Claude\local-agent-mode-sessions\a11f8f4b-48be-4e38-bd6a-4577148c7465\e485b802-b1e9-4ba3-869f-815651779355\local_c7248499-7b6b-4409-aa8d-e718f46dde77\outputs\MCPagents-splunk\assets\splunk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24528" y="1847088"/>
            <a:ext cx="7415784" cy="4215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11096"/>
            <a:ext cx="146304" cy="146304"/>
          </a:xfrm>
          <a:prstGeom prst="ellipse">
            <a:avLst/>
          </a:prstGeom>
          <a:solidFill>
            <a:srgbClr val="89B4F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panels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1854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index=mcp_agents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62656"/>
            <a:ext cx="146304" cy="146304"/>
          </a:xfrm>
          <a:prstGeom prst="ellipse">
            <a:avLst/>
          </a:prstGeom>
          <a:solidFill>
            <a:srgbClr val="89B4F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926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2369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calls · cache · DLP (24h)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014216"/>
            <a:ext cx="146304" cy="146304"/>
          </a:xfrm>
          <a:prstGeom prst="ellipse">
            <a:avLst/>
          </a:prstGeom>
          <a:solidFill>
            <a:srgbClr val="89B4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977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by model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2885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router pie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5065776"/>
            <a:ext cx="146304" cy="14630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029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remediation_triggered = true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53400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closed loop, proven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to ship, not just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graceful degradation: env-gated, monkey-patch, try/except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const-time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92240" y="2926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X-MCP-Token shared-secret auth on every sensitive endpoint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206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96–100%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60120" y="4983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design-match across features (Plan→Check→Report→Archive)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206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Apache-2.0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92240" y="4983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README · architecture diagram · seeder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One-way logging vs. a control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 entry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logs to Splunk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to look at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reads, then fixes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One-directional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E1E2E"/>
          </a:solidFill>
          <a:ln w="25400">
            <a:solidFill>
              <a:srgbClr val="CBA6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6517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rich telemetry 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anomaly detection acts back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re-tunes itself at runtime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&amp; self-healing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becomes a control loop.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 · Closed-Loop Agentic Ops for Splunk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11111B"/>
          </a:solidFill>
          <a:ln w="19050">
            <a:solidFill>
              <a:srgbClr val="313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228600"/>
            <a:ext cx="3291840" cy="3291840"/>
          </a:xfrm>
          <a:prstGeom prst="ellipse">
            <a:avLst/>
          </a:prstGeom>
          <a:solidFill>
            <a:srgbClr val="11111B"/>
          </a:solidFill>
          <a:ln w="25400">
            <a:solidFill>
              <a:srgbClr val="CBA6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backend → cloud demo runs against real Splunk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identity &amp; RBAC + rate limiting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on the headless test suite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Splunkbase-style add-on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github.com/sechan9999/splunk_hec</a:t>
            </a:r>
            <a:pPr indent="0" marL="0">
              <a:buNone/>
            </a:pPr>
            <a:r>
              <a:rPr lang="en-US" sz="1300" dirty="0">
                <a:solidFill>
                  <a:srgbClr val="9399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·     </a:t>
            </a:r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splunkhec.streamlit.app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Observability   |   Splunk Agentic Ops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LLMai — Closed-Loop Agentic Ops for Splunk</dc:title>
  <dc:subject>PptxGenJS Presentation</dc:subject>
  <dc:creator>LLMai</dc:creator>
  <cp:lastModifiedBy>LLMai</cp:lastModifiedBy>
  <cp:revision>1</cp:revision>
  <dcterms:created xsi:type="dcterms:W3CDTF">2026-05-19T16:55:53Z</dcterms:created>
  <dcterms:modified xsi:type="dcterms:W3CDTF">2026-05-19T16:55:53Z</dcterms:modified>
</cp:coreProperties>
</file>